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EA464-8B20-30B6-82BE-870777E901F5}" v="246" dt="2026-02-19T15:37:08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35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693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737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45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69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63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36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40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69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977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634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85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Cenário do Ambiente Digital de Aprendizagem</a:t>
            </a:r>
          </a:p>
        </p:txBody>
      </p:sp>
      <p:pic>
        <p:nvPicPr>
          <p:cNvPr id="4" name="Imagem 3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D4AABDF1-179B-AC0D-A30C-2E6530C9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8" r="5907" b="2"/>
          <a:stretch>
            <a:fillRect/>
          </a:stretch>
        </p:blipFill>
        <p:spPr>
          <a:xfrm>
            <a:off x="5063319" y="657103"/>
            <a:ext cx="6483687" cy="5555904"/>
          </a:xfrm>
          <a:prstGeom prst="rect">
            <a:avLst/>
          </a:prstGeom>
          <a:noFill/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D37AA4F-79B0-5FE1-1751-E30E5EDEFD9B}"/>
              </a:ext>
            </a:extLst>
          </p:cNvPr>
          <p:cNvSpPr txBox="1"/>
          <p:nvPr/>
        </p:nvSpPr>
        <p:spPr>
          <a:xfrm>
            <a:off x="609601" y="2826137"/>
            <a:ext cx="3585586" cy="34346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kern="1200">
                <a:latin typeface="+mn-lt"/>
                <a:ea typeface="+mn-ea"/>
                <a:cs typeface="+mn-cs"/>
              </a:rPr>
              <a:t>Marcos Vinicius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kern="1200">
                <a:latin typeface="+mn-lt"/>
                <a:ea typeface="+mn-ea"/>
                <a:cs typeface="+mn-cs"/>
              </a:rPr>
              <a:t>Luiz Henrique</a:t>
            </a:r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04F5E746-0A61-6623-B7E6-EF60BC27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A022E87-CDAB-401B-8EF6-832496A6F727}" type="datetime1">
              <a:rPr lang="en-US"/>
              <a:pPr>
                <a:spcAft>
                  <a:spcPts val="600"/>
                </a:spcAft>
              </a:pPr>
              <a:t>2/19/2026</a:t>
            </a:fld>
            <a:endParaRPr 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B9E6F3E-0869-7FFB-9379-71F9EB4E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D1B763D4-4646-A28E-0B8D-39E866CA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4B3D7E2-63CA-8EE9-0C4C-7A382676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US" dirty="0"/>
              <a:t>O cenário abordado no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BEB300-29F7-BF86-6DB6-A2A4508C2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pt-BR"/>
              <a:t>O ambiente digital de aprendizagem tem como objetivo apoiar o processo educacional, auxiliando alunos de 3 a 18 anos por meio de ferramentas genéricas, comunicação entre os usuários e envio de atividades de forma remota. Esse ambiente permite que professores escolham quais recursos serão utilizados no processo de ensino, tornando o aprendizado mais dinâmico e acessível pela internet.</a:t>
            </a:r>
          </a:p>
        </p:txBody>
      </p:sp>
      <p:pic>
        <p:nvPicPr>
          <p:cNvPr id="8" name="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358C0B6-8DEC-B9E1-AFDA-D5D79510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56136"/>
            <a:ext cx="5181600" cy="3290316"/>
          </a:xfrm>
          <a:prstGeom prst="rect">
            <a:avLst/>
          </a:prstGeom>
          <a:noFill/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479853-C2F6-0A76-FF0F-EF594B3C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946BDDF-FF17-4BC8-B218-7C94466E2188}" type="datetime1">
              <a:rPr lang="en-US"/>
              <a:pPr>
                <a:spcAft>
                  <a:spcPts val="600"/>
                </a:spcAft>
              </a:pPr>
              <a:t>2/19/2026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BF2775-0504-2B06-40C8-92E2E48E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45971B-4378-5427-D1E1-E44F0ADD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27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91F33-58D4-B973-0152-89634CD8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pt-BR" dirty="0"/>
              <a:t>O Problema do que foi abordado</a:t>
            </a:r>
          </a:p>
        </p:txBody>
      </p:sp>
      <p:pic>
        <p:nvPicPr>
          <p:cNvPr id="8" name="Espaço Reservado para 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929C829-1138-7055-4F84-973EFCBA87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/>
        </p:blipFill>
        <p:spPr>
          <a:xfrm>
            <a:off x="612648" y="2576354"/>
            <a:ext cx="5181600" cy="2849879"/>
          </a:xfrm>
          <a:prstGeom prst="rect">
            <a:avLst/>
          </a:prstGeom>
          <a:noFill/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543553-08E4-8427-6D78-53BF52BE4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900"/>
              <a:t>Entretanto, o principal problema identificado no estudo de caso é a criação de um sistema capaz de gerenciar todas essas ferramentas de maneira integrada, garantindo o compartilhamento de dados entre os serviços, mesmo sendo um ambiente remoto. Além disso, o sistema precisa lidar com a escalabilidade, já que deve suportar um grande número de usuários simultaneamente, mantendo a disponibilidade, a segurança das informações e o bom desempenho da plataforma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1A887B-B992-E836-B04B-3F2F4B0F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3B7281C-0993-4306-A2DF-750894602D03}" type="datetime1">
              <a:rPr lang="en-US"/>
              <a:pPr>
                <a:spcAft>
                  <a:spcPts val="600"/>
                </a:spcAft>
              </a:pPr>
              <a:t>2/19/2026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26A826-AEFA-F363-83F5-1A0BB146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F24766-AC91-F7B9-EC49-F089E8A1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96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8F4F5-3AAD-7359-336E-5268A848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pt-BR" dirty="0"/>
              <a:t>Tipo de Software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1C1743-DED2-D9BA-2647-865073976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400"/>
              <a:t>Aplicações interativas baseadas em transações.</a:t>
            </a:r>
          </a:p>
          <a:p>
            <a:pPr>
              <a:lnSpc>
                <a:spcPct val="110000"/>
              </a:lnSpc>
            </a:pPr>
            <a:r>
              <a:rPr lang="pt-BR" sz="1400"/>
              <a:t>A principal característica desse software é o gerenciamento de múltiplos usuários de forma simultânea, permitindo que alunos, professores e administradores utilizem o sistema ao mesmo tempo. Além disso, o sistema realiza o processamento de operações em tempo real, como login, envio de atividades, acesso a materiais e registro de notas, caracterizando o funcionamento baseado em transações.</a:t>
            </a:r>
          </a:p>
          <a:p>
            <a:pPr>
              <a:lnSpc>
                <a:spcPct val="110000"/>
              </a:lnSpc>
            </a:pPr>
            <a:r>
              <a:rPr lang="pt-BR" sz="1400"/>
              <a:t>Outra característica importante é o acesso remoto por meio da internet, possibilitando que os usuários utilizem o ambiente digital de aprendizagem de qualquer local. O sistema também apresenta interação direta com o usuário, respondendo imediatamente às ações realizadas, o que é típico de aplicações interativas baseadas em transações.</a:t>
            </a:r>
          </a:p>
          <a:p>
            <a:pPr>
              <a:lnSpc>
                <a:spcPct val="110000"/>
              </a:lnSpc>
            </a:pPr>
            <a:endParaRPr lang="pt-BR" sz="1400"/>
          </a:p>
        </p:txBody>
      </p:sp>
      <p:pic>
        <p:nvPicPr>
          <p:cNvPr id="11" name="Espaço Reservado para Imagem 10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3723E7E-74F1-4332-0563-D4114BECA2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0690" r="-3" b="-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A60D2E-0EB9-D725-49CB-8091E0DA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04B61A6-D5E9-4DE7-AA77-1C24CD1570BC}" type="datetime1">
              <a:rPr lang="en-US"/>
              <a:pPr>
                <a:spcAft>
                  <a:spcPts val="600"/>
                </a:spcAft>
              </a:pPr>
              <a:t>2/19/2026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B1495D-BCC6-1C53-F398-E5D0BC20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70FDEB-1A63-36F5-CFCF-F24D4CEC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68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0E85D-9DC5-F698-D0A2-7A33C330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pt-BR" b="0"/>
              <a:t>Pontos de Complexidade</a:t>
            </a:r>
            <a:endParaRPr lang="pt-BR" dirty="0"/>
          </a:p>
        </p:txBody>
      </p:sp>
      <p:pic>
        <p:nvPicPr>
          <p:cNvPr id="8" name="Espaço Reservado para Imagem 7" descr="Diagrama&#10;&#10;O conteúdo gerado por IA pode estar incorreto.">
            <a:extLst>
              <a:ext uri="{FF2B5EF4-FFF2-40B4-BE49-F238E27FC236}">
                <a16:creationId xmlns:a16="http://schemas.microsoft.com/office/drawing/2014/main" id="{1296FF0B-EF18-DB5B-4D44-A077201B23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/>
        </p:blipFill>
        <p:spPr>
          <a:xfrm>
            <a:off x="1027779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90FD8B-2C94-C764-EA2D-4D6B7D30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400"/>
              <a:t>A principal característica desse tipo de software também se torna um de seus principais desafios, pois o suporte a múltiplos usuários simultaneamente exige alto desempenho do sistema para que ele continue funcionando de forma eficiente. Além disso, a segurança precisa ser rigorosa para garantir a proteção dos dados dos alunos, professores e da própria instituição de ensino.</a:t>
            </a:r>
          </a:p>
          <a:p>
            <a:pPr>
              <a:lnSpc>
                <a:spcPct val="110000"/>
              </a:lnSpc>
            </a:pPr>
            <a:r>
              <a:rPr lang="pt-BR" sz="1400"/>
              <a:t>Outro ponto de complexidade está na grande quantidade de ferramentas integradas em uma única plataforma, o que torna o sistema mais difícil de desenvolver e manter. O software também precisa gerenciar um grande volume de dados gerados constantemente, como atividades enviadas, mensagens trocadas e conteúdos das aulas, exigindo um banco de dados bem estruturado e eficiente.</a:t>
            </a:r>
          </a:p>
          <a:p>
            <a:pPr>
              <a:lnSpc>
                <a:spcPct val="110000"/>
              </a:lnSpc>
            </a:pPr>
            <a:endParaRPr lang="pt-BR" sz="140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A95E9C-89EE-F8A9-DD9E-265D94A4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6809C17-62FB-469C-B769-802F67D7B4B7}" type="datetime1">
              <a:rPr lang="en-US"/>
              <a:pPr>
                <a:spcAft>
                  <a:spcPts val="600"/>
                </a:spcAft>
              </a:pPr>
              <a:t>2/19/2026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4C426F-E56C-5EA3-8B85-6F1545FB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FAAE1-5D65-60E2-5580-E9829622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52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VanillaVTI</vt:lpstr>
      <vt:lpstr>Cenário do Ambiente Digital de Aprendizagem</vt:lpstr>
      <vt:lpstr>O cenário abordado no texto</vt:lpstr>
      <vt:lpstr>O Problema do que foi abordado</vt:lpstr>
      <vt:lpstr>Tipo de Software</vt:lpstr>
      <vt:lpstr>Pontos de Complexidade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128</cp:revision>
  <dcterms:created xsi:type="dcterms:W3CDTF">2026-02-19T13:46:21Z</dcterms:created>
  <dcterms:modified xsi:type="dcterms:W3CDTF">2026-02-19T15:37:39Z</dcterms:modified>
</cp:coreProperties>
</file>